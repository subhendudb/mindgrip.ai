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indgri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219456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MindGrip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D8A7A"/>
                </a:solidFill>
                <a:latin typeface="Calibri"/>
              </a:rPr>
              <a:t>SO-101 Pick &amp; Place · Binary Sort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4CE"/>
                </a:solidFill>
                <a:latin typeface="Calibri"/>
              </a:rPr>
              <a:t>Curriculum &amp; tooling overlay on Hugging Face LeRobot — assemble → calibrate → teleop → record → train ACT →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A"/>
                </a:solidFill>
                <a:latin typeface="Calibri"/>
              </a:rPr>
              <a:t>Subhendu Datta Bhowmik  ·  so101-lab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C24"/>
                </a:solidFill>
                <a:latin typeface="Calibri"/>
              </a:rPr>
              <a:t>Problem &amp; defined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280160" cy="5486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A"/>
                </a:solidFill>
                <a:latin typeface="Calibri"/>
              </a:rPr>
              <a:t>From docs · Project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Teach an SO-101 dual-arm kit to sort objects from demonstration — not hand-coded paths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Primary task: match-box objects → match-box bin; all other objects → reject bin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Bridge teleop → dataset → ACT policy → real-robot evaluation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Constraints: fragile 3D-printed parts, limited kit docs, need a vision + teleop pipeline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Outcome: working binary sorter with reproducible LeLab / CLI workflow + dataset + checkpoint</a:t>
            </a:r>
          </a:p>
        </p:txBody>
      </p:sp>
      <p:pic>
        <p:nvPicPr>
          <p:cNvPr id="7" name="Picture 6" descr="home-sorting-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41148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A"/>
                </a:solidFill>
                <a:latin typeface="Calibri"/>
              </a:rPr>
              <a:t>MindGrip AI · so101-lab · © 2026 Subhendu Datta Bhowmik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A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C24"/>
                </a:solidFill>
                <a:latin typeface="Calibri"/>
              </a:rPr>
              <a:t>Primary use case — binary sort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280160" cy="5486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A"/>
                </a:solidFill>
                <a:latin typeface="Calibri"/>
              </a:rPr>
              <a:t>Same pipeline later extends to colour / shape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697480" cy="292608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97480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5C52"/>
                </a:solidFill>
                <a:latin typeface="Calibri"/>
              </a:rPr>
              <a:t>Match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A48"/>
                </a:solidFill>
                <a:latin typeface="Calibri"/>
              </a:rPr>
              <a:t>Match-box-like objects
→ match-box bin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697480" cy="292608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645920"/>
            <a:ext cx="2697480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5C52"/>
                </a:solidFill>
                <a:latin typeface="Calibri"/>
              </a:rPr>
              <a:t>Reject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A48"/>
                </a:solidFill>
                <a:latin typeface="Calibri"/>
              </a:rPr>
              <a:t>All other objects
→ reject bin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45920"/>
            <a:ext cx="2697480" cy="292608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45920"/>
            <a:ext cx="2697480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5C52"/>
                </a:solidFill>
                <a:latin typeface="Calibri"/>
              </a:rPr>
              <a:t>Data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5603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A48"/>
                </a:solidFill>
                <a:latin typeface="Calibri"/>
              </a:rPr>
              <a:t>~40–50 demos / class
~80–100 total episodes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45920"/>
            <a:ext cx="2697480" cy="292608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645920"/>
            <a:ext cx="2697480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965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5C52"/>
                </a:solidFill>
                <a:latin typeface="Calibri"/>
              </a:rPr>
              <a:t>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5603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A48"/>
                </a:solidFill>
                <a:latin typeface="Calibri"/>
              </a:rPr>
              <a:t>ACT (Action Chunking
Transformer) — primary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A"/>
                </a:solidFill>
                <a:latin typeface="Calibri"/>
              </a:rPr>
              <a:t>MindGrip AI · so101-lab · © 2026 Subhendu Datta Bhowmik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A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C24"/>
                </a:solidFill>
                <a:latin typeface="Calibri"/>
              </a:rPr>
              <a:t>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280160" cy="5486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A"/>
                </a:solidFill>
                <a:latin typeface="Calibri"/>
              </a:rPr>
              <a:t>MindGrip path on top of LeRobot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691640" cy="1005840"/>
          </a:xfrm>
          <a:prstGeom prst="round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Assemble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6B7A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103120"/>
            <a:ext cx="1691640" cy="1005840"/>
          </a:xfrm>
          <a:prstGeom prst="roundRect">
            <a:avLst/>
          </a:prstGeom>
          <a:solidFill>
            <a:srgbClr val="0A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3317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Calibrate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6B7A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03120"/>
            <a:ext cx="1691640" cy="1005840"/>
          </a:xfrm>
          <a:prstGeom prst="round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Teleop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6B7A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03120"/>
            <a:ext cx="1691640" cy="1005840"/>
          </a:xfrm>
          <a:prstGeom prst="roundRect">
            <a:avLst/>
          </a:prstGeom>
          <a:solidFill>
            <a:srgbClr val="0A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3317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6B7A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103120"/>
            <a:ext cx="1691640" cy="1005840"/>
          </a:xfrm>
          <a:prstGeom prst="round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23317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Train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6B7A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2103120"/>
            <a:ext cx="1691640" cy="1005840"/>
          </a:xfrm>
          <a:prstGeom prst="roundRect">
            <a:avLst/>
          </a:prstGeom>
          <a:solidFill>
            <a:srgbClr val="0A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23317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Control host: laptop/desktop (8–16 GB) or Raspberry Pi for teleop, record, and rollout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ACT training (Step 8) on cloud NVIDIA GPU / HF Jobs — not on the Air or Pi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Prefer LeLab GUI after assembly; use ./so101_cli_menu.sh on Pi or for full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A"/>
                </a:solidFill>
                <a:latin typeface="Calibri"/>
              </a:rPr>
              <a:t>MindGrip AI · so101-lab · © 2026 Subhendu Datta Bhowmik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A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C24"/>
                </a:solidFill>
                <a:latin typeface="Calibri"/>
              </a:rPr>
              <a:t>Hardware — SO-101 dual 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280160" cy="5486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A"/>
                </a:solidFill>
                <a:latin typeface="Calibri"/>
              </a:rPr>
              <a:t>Leader (teleop) + follower (policy / camera)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Leader: 5 V Feetech bus — human demonstration arm (id LeoArm)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Follower: 12 V Feetech bus — executes teleop then ACT policy (id LeoArm)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USB camera on follower only (OpenCV front · 640×480 @ 30 FPS)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Fixed scene: ~30×30 cm mat, match + reject bins, consistent camera pose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Calibrate both arms before teleop; save LeoArm.json under HF_LEROBOT_HOME</a:t>
            </a:r>
          </a:p>
        </p:txBody>
      </p:sp>
      <p:pic>
        <p:nvPicPr>
          <p:cNvPr id="7" name="Picture 6" descr="home-sorting-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846320" cy="3230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A"/>
                </a:solidFill>
                <a:latin typeface="Calibri"/>
              </a:rPr>
              <a:t>MindGrip AI · so101-lab · © 2026 Subhendu Datta Bhowmik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A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C24"/>
                </a:solidFill>
                <a:latin typeface="Calibri"/>
              </a:rPr>
              <a:t>Software stack — so101-lab overlay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280160" cy="5486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A"/>
                </a:solidFill>
                <a:latin typeface="Calibri"/>
              </a:rPr>
              <a:t>Vanilla LeRobot stays the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5C52"/>
                </a:solidFill>
                <a:latin typeface="Calibri"/>
              </a:rPr>
              <a:t>Repo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1C24"/>
                </a:solidFill>
                <a:latin typeface="Calibri"/>
              </a:rPr>
              <a:t>•  lerobot/ — upstream core (sibling checkout)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1C24"/>
                </a:solidFill>
                <a:latin typeface="Calibri"/>
              </a:rPr>
              <a:t>•  so101-lab/ — plugins, CLI, patches, docs only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1C24"/>
                </a:solidFill>
                <a:latin typeface="Calibri"/>
              </a:rPr>
              <a:t>•  MuJoCo + keyboard teleop as optional plugins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1C24"/>
                </a:solidFill>
                <a:latin typeface="Calibri"/>
              </a:rPr>
              <a:t>•  Optional UX patches (TTY keys, OBS cam, viz)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5C52"/>
                </a:solidFill>
                <a:latin typeface="Calibri"/>
              </a:rPr>
              <a:t>Day-to-day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1C24"/>
                </a:solidFill>
                <a:latin typeface="Calibri"/>
              </a:rPr>
              <a:t>•  LeLab — calibrate → teleop → record → train → deploy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1C24"/>
                </a:solidFill>
                <a:latin typeface="Calibri"/>
              </a:rPr>
              <a:t>•  so101_cli_menu.sh — ports, cam, record, viz, train hooks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1C24"/>
                </a:solidFill>
                <a:latin typeface="Calibri"/>
              </a:rPr>
              <a:t>•  Config: .so101_cli.env (menu C)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1C24"/>
                </a:solidFill>
                <a:latin typeface="Calibri"/>
              </a:rPr>
              <a:t>•  Docs: docs-web SPA (roadmap, kinematics, CLI)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A"/>
                </a:solidFill>
                <a:latin typeface="Calibri"/>
              </a:rPr>
              <a:t>MindGrip AI · so101-lab · © 2026 Subhendu Datta Bhowmik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A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C24"/>
                </a:solidFill>
                <a:latin typeface="Calibri"/>
              </a:rPr>
              <a:t>Roadmap — 9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280160" cy="5486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A"/>
                </a:solidFill>
                <a:latin typeface="Calibri"/>
              </a:rPr>
              <a:t>From zero hardware to autonomous sort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5661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385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C24"/>
                </a:solidFill>
                <a:latin typeface="Calibri"/>
              </a:rPr>
              <a:t>Install &amp; host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1874520"/>
            <a:ext cx="502920" cy="502920"/>
          </a:xfrm>
          <a:prstGeom prst="ellipse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9385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9385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C24"/>
                </a:solidFill>
                <a:latin typeface="Calibri"/>
              </a:rPr>
              <a:t>Mechanical assembly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54480"/>
            <a:ext cx="35661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1874520"/>
            <a:ext cx="502920" cy="502920"/>
          </a:xfrm>
          <a:prstGeom prst="ellipse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9385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9385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C24"/>
                </a:solidFill>
                <a:latin typeface="Calibri"/>
              </a:rPr>
              <a:t>Motor mid-pose /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71800"/>
            <a:ext cx="35661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3558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3558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C24"/>
                </a:solidFill>
                <a:latin typeface="Calibri"/>
              </a:rPr>
              <a:t>Calibrate both arms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971800"/>
            <a:ext cx="35661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26280" y="3291840"/>
            <a:ext cx="502920" cy="502920"/>
          </a:xfrm>
          <a:prstGeom prst="ellipse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3558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3558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C24"/>
                </a:solidFill>
                <a:latin typeface="Calibri"/>
              </a:rPr>
              <a:t>Teleop verify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2971800"/>
            <a:ext cx="35661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66760" y="3291840"/>
            <a:ext cx="502920" cy="502920"/>
          </a:xfrm>
          <a:prstGeom prst="ellipse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3558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3558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C24"/>
                </a:solidFill>
                <a:latin typeface="Calibri"/>
              </a:rPr>
              <a:t>Scene + camera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389120"/>
            <a:ext cx="35661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4709160"/>
            <a:ext cx="502920" cy="502920"/>
          </a:xfrm>
          <a:prstGeom prst="ellipse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7731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773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C24"/>
                </a:solidFill>
                <a:latin typeface="Calibri"/>
              </a:rPr>
              <a:t>Record demos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389120"/>
            <a:ext cx="35661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26280" y="4709160"/>
            <a:ext cx="502920" cy="502920"/>
          </a:xfrm>
          <a:prstGeom prst="ellipse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7731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773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C24"/>
                </a:solidFill>
                <a:latin typeface="Calibri"/>
              </a:rPr>
              <a:t>Train ACT (cloud)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4389120"/>
            <a:ext cx="35661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66760" y="4709160"/>
            <a:ext cx="502920" cy="502920"/>
          </a:xfrm>
          <a:prstGeom prst="ellipse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7731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773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C24"/>
                </a:solidFill>
                <a:latin typeface="Calibri"/>
              </a:rPr>
              <a:t>Rollout / evaluate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A"/>
                </a:solidFill>
                <a:latin typeface="Calibri"/>
              </a:rPr>
              <a:t>MindGrip AI · so101-lab · © 2026 Subhendu Datta Bhowmik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A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C24"/>
                </a:solidFill>
                <a:latin typeface="Calibri"/>
              </a:rPr>
              <a:t>Data collection &amp; ACT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280160" cy="5486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A"/>
                </a:solidFill>
                <a:latin typeface="Calibri"/>
              </a:rPr>
              <a:t>Steps 7–8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Record with USB front camera + leader–follower teleop (CLI · 10 or LeLab)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Each episode: joint state/action + images + timestamps + task string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Visualize episodes (CLI · 11 / Rerun) and drop bad demos before train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Train ACT on HF Jobs / cloud GPU — maps vision + state → action chunks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1C24"/>
                </a:solidFill>
                <a:latin typeface="Calibri"/>
              </a:rPr>
              <a:t>•  Push dataset &amp; checkpoint to Hugging Face Hub for reuse and eval</a:t>
            </a:r>
          </a:p>
        </p:txBody>
      </p:sp>
      <p:pic>
        <p:nvPicPr>
          <p:cNvPr id="7" name="Picture 6" descr="s3_contro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297680" cy="2423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A"/>
                </a:solidFill>
                <a:latin typeface="Calibri"/>
              </a:rPr>
              <a:t>MindGrip AI · so101-lab · © 2026 Subhendu Datta Bhowmik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A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C24"/>
                </a:solidFill>
                <a:latin typeface="Calibri"/>
              </a:rPr>
              <a:t>Deploy &amp;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280160" cy="5486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A"/>
                </a:solidFill>
                <a:latin typeface="Calibri"/>
              </a:rPr>
              <a:t>Step 9 · Sense → ACT → Actuate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Roll out the trained policy on the follower with the same camera pose as recording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Success: correct-bin placement for match vs reject classes on held-out scenes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Deliverables: reproducible workflow, dataset, ACT checkpoint, and project docs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Optional sim: MuJoCo viewer / leader→sim (CLI · 16–18) — not required for the sorter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Control flow: camera + joints → ACT inference → follower motor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A"/>
                </a:solidFill>
                <a:latin typeface="Calibri"/>
              </a:rPr>
              <a:t>MindGrip AI · so101-lab · © 2026 Subhendu Datta Bhowmik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A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C24"/>
                </a:solidFill>
                <a:latin typeface="Calibri"/>
              </a:rPr>
              <a:t>Resources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280160" cy="5486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A"/>
                </a:solidFill>
                <a:latin typeface="Calibri"/>
              </a:rPr>
              <a:t>Start from the docs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Local docs: cd docs-web &amp;&amp; npm run dev → http://localhost:8000/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Key pages: Roadmap · Project · LeLab · CLI Menu · Policy Cheatsheet · Kinematics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CLI: ./so101_cli_menu.sh  ·  Configure with C  ·  Record with 10  ·  Viz with 11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LeRobot docs: https://huggingface.co/docs/lerobot  ·  LeLab: /docs/lerobot/lelab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1C24"/>
                </a:solidFill>
                <a:latin typeface="Calibri"/>
              </a:rPr>
              <a:t>•  Author: Subhendu Datta Bhowmik · https://subhdb.co.in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5C52"/>
                </a:solidFill>
                <a:latin typeface="Calibri"/>
              </a:rPr>
              <a:t>Finish the binary match-box sorter first — then reuse the same pipeline for colour / shape scenarios.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A"/>
                </a:solidFill>
                <a:latin typeface="Calibri"/>
              </a:rPr>
              <a:t>MindGrip AI · so101-lab · © 2026 Subhendu Datta Bhowmik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A"/>
                </a:solidFill>
                <a:latin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